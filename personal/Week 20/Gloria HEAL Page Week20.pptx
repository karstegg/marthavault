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5" r:id="rId2"/>
  </p:sldMasterIdLst>
  <p:notesMasterIdLst>
    <p:notesMasterId r:id="rId4"/>
  </p:notesMasterIdLst>
  <p:handoutMasterIdLst>
    <p:handoutMasterId r:id="rId5"/>
  </p:handoutMasterIdLst>
  <p:sldIdLst>
    <p:sldId id="1697" r:id="rId3"/>
  </p:sldIdLst>
  <p:sldSz cx="12192000" cy="6858000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F755AD-DFA8-4BD7-9F3F-BD24BB5C06B5}">
          <p14:sldIdLst/>
        </p14:section>
        <p14:section name="Eng" id="{9E9F65FE-BD7F-4AB5-BDAA-6D0D7E3E7258}">
          <p14:sldIdLst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DD0184"/>
    <a:srgbClr val="FC34AB"/>
    <a:srgbClr val="00CC00"/>
    <a:srgbClr val="E9EBF5"/>
    <a:srgbClr val="00FF00"/>
    <a:srgbClr val="339933"/>
    <a:srgbClr val="CFD5EA"/>
    <a:srgbClr val="D6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864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2025/10/22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864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2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2025/10/22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55" tIns="45627" rIns="91255" bIns="45627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8"/>
            <a:ext cx="5316220" cy="3849231"/>
          </a:xfrm>
          <a:prstGeom prst="rect">
            <a:avLst/>
          </a:prstGeom>
        </p:spPr>
        <p:txBody>
          <a:bodyPr vert="horz" lIns="91255" tIns="45627" rIns="91255" bIns="456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2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F72BB-4468-4A06-A2D1-7C3EA5DA65D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2025/10/22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75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2D2AD-1E63-4177-B4AE-4B6658454808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2025/10/22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23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7747-C05A-40FD-B8BD-32741BAEECD0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2025/10/22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36012-1117-4B4D-BA4F-08D8C6D029F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2025/10/22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4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F7CD3-FCB9-4AAC-819F-6AD549EB6F13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2025/10/22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28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3DD486-1533-4ABF-AF5C-00B9CA26AF51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2025/10/22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2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A8F0B9-07C2-407B-A229-1FFF8B72CF2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2025/10/22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40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7A34F2-C09C-47D7-819B-8567BA6F37E2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2025/10/22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2490-3A86-4D5C-8282-C1782A9D6AE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2025/10/22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9801C-6BF9-4C5C-989E-9373643D070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2025/10/22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02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0B402E-6CF9-465F-804C-0936A6B6601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2025/10/22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168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1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4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17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7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72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51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8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A2CB5-FB29-4BCC-9A9D-2F6C008BD2BE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2025/10/22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7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NCBLK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89"/>
            <a:ext cx="1296039" cy="81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581153"/>
              </p:ext>
            </p:extLst>
          </p:nvPr>
        </p:nvGraphicFramePr>
        <p:xfrm>
          <a:off x="0" y="898127"/>
          <a:ext cx="12090204" cy="6088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5102">
                  <a:extLst>
                    <a:ext uri="{9D8B030D-6E8A-4147-A177-3AD203B41FA5}">
                      <a16:colId xmlns:a16="http://schemas.microsoft.com/office/drawing/2014/main" val="183856178"/>
                    </a:ext>
                  </a:extLst>
                </a:gridCol>
                <a:gridCol w="6045102">
                  <a:extLst>
                    <a:ext uri="{9D8B030D-6E8A-4147-A177-3AD203B41FA5}">
                      <a16:colId xmlns:a16="http://schemas.microsoft.com/office/drawing/2014/main" val="3550448731"/>
                    </a:ext>
                  </a:extLst>
                </a:gridCol>
              </a:tblGrid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Highlight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800" b="1" dirty="0"/>
                        <a:t>Lowlight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70639"/>
                  </a:ext>
                </a:extLst>
              </a:tr>
              <a:tr h="3099856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	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DT053 back to production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level 9 compliance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2.1 </a:t>
                      </a:r>
                      <a:r>
                        <a:rPr lang="en-GB" sz="12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AARD Utility Vehicle </a:t>
                      </a: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06 vs 08 outstanding UV0067,UV0105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2.2 </a:t>
                      </a:r>
                      <a:r>
                        <a:rPr lang="en-GB" sz="12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Fermels</a:t>
                      </a: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   : 03 vs 24 Completed LDO423, LDO425, LDO429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2.3  </a:t>
                      </a:r>
                      <a:r>
                        <a:rPr lang="en-GB" sz="12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Toyota</a:t>
                      </a: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    : 07 vs 13 Completed LDO562,599,600,601,598,603 and     558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TMM availability 82%</a:t>
                      </a: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			</a:t>
                      </a:r>
                    </a:p>
                    <a:p>
                      <a:pPr marL="171450" lvl="0" indent="-1714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RT0037 Transmission oil leak and decided to replace the transmission,RT0046 fail to start,RT0060 Motor oil leak and was replaced,RT0045 drilling plug tripping due overload was not set 250mA				</a:t>
                      </a:r>
                    </a:p>
                    <a:p>
                      <a:pPr marL="171450" lvl="0" indent="-1714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SR0037 Exhaust, Starter and shovel,SR0040 Windscreen damaged,SR0052 Tail wheel bracket broken				</a:t>
                      </a:r>
                    </a:p>
                    <a:p>
                      <a:pPr marL="171450" lvl="0" indent="-1714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DT0153 Line boring,DT0105 &amp;0106 Nerospec			</a:t>
                      </a:r>
                    </a:p>
                    <a:p>
                      <a:pPr marL="171450" lvl="0" indent="-17145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FL0081 Not starting,FL0083 Lights				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			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			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				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	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08375"/>
                  </a:ext>
                </a:extLst>
              </a:tr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Emerging Issues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Priorities</a:t>
                      </a:r>
                      <a:endParaRPr lang="en-ZA" sz="1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739383"/>
                  </a:ext>
                </a:extLst>
              </a:tr>
              <a:tr h="21199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Cleaning 9 west dam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Assist in implementation of level 9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Implement RTs IGS to improve availability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Present solution /way forward  regarding TMM availability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5872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75" y="82296"/>
            <a:ext cx="12188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High &amp; Low</a:t>
            </a:r>
          </a:p>
        </p:txBody>
      </p:sp>
    </p:spTree>
    <p:extLst>
      <p:ext uri="{BB962C8B-B14F-4D97-AF65-F5344CB8AC3E}">
        <p14:creationId xmlns:p14="http://schemas.microsoft.com/office/powerpoint/2010/main" val="200184146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272182</TotalTime>
  <Words>174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2_Office Theme</vt:lpstr>
      <vt:lpstr>Custom Design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Sipho Dubazane</cp:lastModifiedBy>
  <cp:revision>2424</cp:revision>
  <cp:lastPrinted>2024-05-14T13:45:52Z</cp:lastPrinted>
  <dcterms:created xsi:type="dcterms:W3CDTF">2019-02-12T06:39:46Z</dcterms:created>
  <dcterms:modified xsi:type="dcterms:W3CDTF">2025-11-14T09:11:26Z</dcterms:modified>
</cp:coreProperties>
</file>